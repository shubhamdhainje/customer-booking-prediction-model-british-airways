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Booking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Holiday Purchases with Machine Learning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343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50,000 records  |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Random Forest  |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British Airways Data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8686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engineering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8686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8686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14.96%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54680"/>
          <a:ext cx="4114800" cy="173736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booking_origin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(encoded)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(encoded)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purchase_lead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(days)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length_of_stay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(nights)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(hours)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total_extras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(sum)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Engineered Features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63440" y="315468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total_extras — sum of all add-on preferences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wants_any_extra — binary flag for any add-on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is_weekend_flight — weekend departure indicator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is_roundtrip — trip type flag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is_internet — sales channel flag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booking_urgency — bucketed purchase lead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5-Fold Cross-Validation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| 200 Trees | Max Depth 10 | Balanced Class Weights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920240" cy="20116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078992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78992"/>
            <a:ext cx="1920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26187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231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±0.4%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078992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78992"/>
            <a:ext cx="192024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26187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69.1%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7200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±0.9%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078992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078992"/>
            <a:ext cx="1920240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26187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0.419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72084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859536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1546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0.767 indicates the model has meaningful discriminative power — well above random (0.5)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(69%) means we correctly identify ~7 in 10 customers who will book — crucial for proactive outreach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Precision reflects class imbalance (85/15 split); balanced class weights were applied to compensate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confirms results are stable and not a result of overfitting (low standard deviation across folds)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What Drives Booking?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777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Drivers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14300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143000"/>
            <a:ext cx="6400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1795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1795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97880" y="14630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 — market matters most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187452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1874520"/>
            <a:ext cx="6400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19110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92440" y="19110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97880" y="2194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routes highly predictive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60720" y="260604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2606040"/>
            <a:ext cx="6400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26426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92440" y="26426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97880" y="29260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stays → more likely to complete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60720" y="333756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3337560"/>
            <a:ext cx="6400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33741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Duration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92440" y="33741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897880" y="36576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haul trips show distinct patterns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760720" y="406908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8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760720" y="4069080"/>
            <a:ext cx="64008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97880" y="41056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Lead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92440" y="410565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897880" y="43891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from search to buy is key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 is the single strongest predictor (38.8%) — targeted campaigns by country of origin can dramatically improve conversion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flight duration together account for ~24% of importance — long-haul international routes should be prioritised for proactive outreach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lead time and stay length are behavioural signals that can be captured early in the browsing journey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preferences (baggage, seat, meals) have moderate impact but indicate high-intent customers worth targeting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0" cy="34747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38988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in real-time to score web visitors and trigger personalised offers before customers leave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email/push campaigns for customers from high-converting booking origins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targeted landing pages by route segment based on model-predicted propensity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model drift quarterly and retrain as seasonal travel patterns shift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572000"/>
            <a:ext cx="841248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 |  CV ROC-AUC: 0.767  |  CV Accuracy: 71.3%  |  Dataset: 50,000 records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Booking Prediction – BA Data Science</dc:title>
  <dc:subject>PptxGenJS Presentation</dc:subject>
  <dc:creator>PptxGenJS</dc:creator>
  <cp:lastModifiedBy>PptxGenJS</cp:lastModifiedBy>
  <cp:revision>1</cp:revision>
  <dcterms:created xsi:type="dcterms:W3CDTF">2026-03-24T12:46:01Z</dcterms:created>
  <dcterms:modified xsi:type="dcterms:W3CDTF">2026-03-24T12:46:01Z</dcterms:modified>
</cp:coreProperties>
</file>